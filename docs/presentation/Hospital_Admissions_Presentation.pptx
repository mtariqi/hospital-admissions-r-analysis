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  <p:sldId id="266" r:id="rId14"/>
    <p:sldId id="274" r:id="rId15"/>
    <p:sldId id="281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aleway" panose="020B0604020202020204" charset="0"/>
      <p:regular r:id="rId22"/>
      <p:bold r:id="rId23"/>
      <p:italic r:id="rId24"/>
      <p:boldItalic r:id="rId25"/>
    </p:embeddedFont>
    <p:embeddedFont>
      <p:font typeface="Raleway SemiBold" panose="020B0604020202020204" charset="0"/>
      <p:regular r:id="rId26"/>
      <p:bold r:id="rId27"/>
      <p:italic r:id="rId28"/>
      <p:boldItalic r:id="rId29"/>
    </p:embeddedFont>
    <p:embeddedFont>
      <p:font typeface="Red Hat Display" panose="020B0604020202020204" charset="0"/>
      <p:regular r:id="rId30"/>
      <p:bold r:id="rId31"/>
      <p:italic r:id="rId32"/>
      <p:boldItalic r:id="rId33"/>
    </p:embeddedFont>
    <p:embeddedFont>
      <p:font typeface="Red Hat Display Black" panose="020B0604020202020204" charset="0"/>
      <p:bold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D3A567-60C0-4338-AEF6-C43DE5EF99BE}">
  <a:tblStyle styleId="{F5D3A567-60C0-4338-AEF6-C43DE5EF99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ableStyles" Target="tableStyle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iq Islam" userId="77675bff4413b4b1" providerId="LiveId" clId="{F33F8A6C-F45A-441B-8DBB-BEF608DAEF57}"/>
    <pc:docChg chg="undo custSel delSld modSld">
      <pc:chgData name="Tariq Islam" userId="77675bff4413b4b1" providerId="LiveId" clId="{F33F8A6C-F45A-441B-8DBB-BEF608DAEF57}" dt="2020-09-25T13:16:01.424" v="280" actId="47"/>
      <pc:docMkLst>
        <pc:docMk/>
      </pc:docMkLst>
      <pc:sldChg chg="modSp mod">
        <pc:chgData name="Tariq Islam" userId="77675bff4413b4b1" providerId="LiveId" clId="{F33F8A6C-F45A-441B-8DBB-BEF608DAEF57}" dt="2020-09-25T12:35:28.673" v="41" actId="20577"/>
        <pc:sldMkLst>
          <pc:docMk/>
          <pc:sldMk cId="0" sldId="256"/>
        </pc:sldMkLst>
        <pc:spChg chg="mod">
          <ac:chgData name="Tariq Islam" userId="77675bff4413b4b1" providerId="LiveId" clId="{F33F8A6C-F45A-441B-8DBB-BEF608DAEF57}" dt="2020-09-25T12:35:28.673" v="41" actId="20577"/>
          <ac:spMkLst>
            <pc:docMk/>
            <pc:sldMk cId="0" sldId="256"/>
            <ac:spMk id="99" creationId="{00000000-0000-0000-0000-000000000000}"/>
          </ac:spMkLst>
        </pc:spChg>
      </pc:sldChg>
      <pc:sldChg chg="modSp mod modTransition">
        <pc:chgData name="Tariq Islam" userId="77675bff4413b4b1" providerId="LiveId" clId="{F33F8A6C-F45A-441B-8DBB-BEF608DAEF57}" dt="2020-09-25T12:13:52.712" v="8" actId="13926"/>
        <pc:sldMkLst>
          <pc:docMk/>
          <pc:sldMk cId="0" sldId="257"/>
        </pc:sldMkLst>
        <pc:spChg chg="mod">
          <ac:chgData name="Tariq Islam" userId="77675bff4413b4b1" providerId="LiveId" clId="{F33F8A6C-F45A-441B-8DBB-BEF608DAEF57}" dt="2020-09-25T12:13:52.712" v="8" actId="13926"/>
          <ac:spMkLst>
            <pc:docMk/>
            <pc:sldMk cId="0" sldId="257"/>
            <ac:spMk id="114" creationId="{00000000-0000-0000-0000-000000000000}"/>
          </ac:spMkLst>
        </pc:spChg>
      </pc:sldChg>
      <pc:sldChg chg="modSp mod">
        <pc:chgData name="Tariq Islam" userId="77675bff4413b4b1" providerId="LiveId" clId="{F33F8A6C-F45A-441B-8DBB-BEF608DAEF57}" dt="2020-09-25T12:14:34.977" v="11" actId="1036"/>
        <pc:sldMkLst>
          <pc:docMk/>
          <pc:sldMk cId="0" sldId="259"/>
        </pc:sldMkLst>
        <pc:spChg chg="mod">
          <ac:chgData name="Tariq Islam" userId="77675bff4413b4b1" providerId="LiveId" clId="{F33F8A6C-F45A-441B-8DBB-BEF608DAEF57}" dt="2020-09-25T12:14:18.546" v="9" actId="13926"/>
          <ac:spMkLst>
            <pc:docMk/>
            <pc:sldMk cId="0" sldId="259"/>
            <ac:spMk id="130" creationId="{00000000-0000-0000-0000-000000000000}"/>
          </ac:spMkLst>
        </pc:spChg>
        <pc:picChg chg="mod">
          <ac:chgData name="Tariq Islam" userId="77675bff4413b4b1" providerId="LiveId" clId="{F33F8A6C-F45A-441B-8DBB-BEF608DAEF57}" dt="2020-09-25T12:14:34.977" v="11" actId="1036"/>
          <ac:picMkLst>
            <pc:docMk/>
            <pc:sldMk cId="0" sldId="259"/>
            <ac:picMk id="8" creationId="{8A5D1D9B-3B56-4B54-B44F-A7577F637607}"/>
          </ac:picMkLst>
        </pc:picChg>
      </pc:sldChg>
      <pc:sldChg chg="del">
        <pc:chgData name="Tariq Islam" userId="77675bff4413b4b1" providerId="LiveId" clId="{F33F8A6C-F45A-441B-8DBB-BEF608DAEF57}" dt="2020-09-25T13:01:57.684" v="73" actId="47"/>
        <pc:sldMkLst>
          <pc:docMk/>
          <pc:sldMk cId="0" sldId="269"/>
        </pc:sldMkLst>
      </pc:sldChg>
      <pc:sldChg chg="del">
        <pc:chgData name="Tariq Islam" userId="77675bff4413b4b1" providerId="LiveId" clId="{F33F8A6C-F45A-441B-8DBB-BEF608DAEF57}" dt="2020-09-25T13:01:59.465" v="74" actId="47"/>
        <pc:sldMkLst>
          <pc:docMk/>
          <pc:sldMk cId="0" sldId="270"/>
        </pc:sldMkLst>
      </pc:sldChg>
      <pc:sldChg chg="del">
        <pc:chgData name="Tariq Islam" userId="77675bff4413b4b1" providerId="LiveId" clId="{F33F8A6C-F45A-441B-8DBB-BEF608DAEF57}" dt="2020-09-25T13:02:00.867" v="75" actId="47"/>
        <pc:sldMkLst>
          <pc:docMk/>
          <pc:sldMk cId="0" sldId="271"/>
        </pc:sldMkLst>
      </pc:sldChg>
      <pc:sldChg chg="delSp modSp del mod">
        <pc:chgData name="Tariq Islam" userId="77675bff4413b4b1" providerId="LiveId" clId="{F33F8A6C-F45A-441B-8DBB-BEF608DAEF57}" dt="2020-09-25T13:11:44.216" v="250" actId="47"/>
        <pc:sldMkLst>
          <pc:docMk/>
          <pc:sldMk cId="0" sldId="272"/>
        </pc:sldMkLst>
        <pc:spChg chg="mod">
          <ac:chgData name="Tariq Islam" userId="77675bff4413b4b1" providerId="LiveId" clId="{F33F8A6C-F45A-441B-8DBB-BEF608DAEF57}" dt="2020-09-25T13:05:14.587" v="115" actId="20577"/>
          <ac:spMkLst>
            <pc:docMk/>
            <pc:sldMk cId="0" sldId="272"/>
            <ac:spMk id="258" creationId="{00000000-0000-0000-0000-000000000000}"/>
          </ac:spMkLst>
        </pc:spChg>
        <pc:spChg chg="mod">
          <ac:chgData name="Tariq Islam" userId="77675bff4413b4b1" providerId="LiveId" clId="{F33F8A6C-F45A-441B-8DBB-BEF608DAEF57}" dt="2020-09-25T13:10:17.133" v="225" actId="14100"/>
          <ac:spMkLst>
            <pc:docMk/>
            <pc:sldMk cId="0" sldId="272"/>
            <ac:spMk id="263" creationId="{00000000-0000-0000-0000-000000000000}"/>
          </ac:spMkLst>
        </pc:spChg>
        <pc:spChg chg="del">
          <ac:chgData name="Tariq Islam" userId="77675bff4413b4b1" providerId="LiveId" clId="{F33F8A6C-F45A-441B-8DBB-BEF608DAEF57}" dt="2020-09-25T13:09:33.626" v="219" actId="478"/>
          <ac:spMkLst>
            <pc:docMk/>
            <pc:sldMk cId="0" sldId="272"/>
            <ac:spMk id="264" creationId="{00000000-0000-0000-0000-000000000000}"/>
          </ac:spMkLst>
        </pc:spChg>
        <pc:spChg chg="mod">
          <ac:chgData name="Tariq Islam" userId="77675bff4413b4b1" providerId="LiveId" clId="{F33F8A6C-F45A-441B-8DBB-BEF608DAEF57}" dt="2020-09-25T13:09:01.173" v="214" actId="14100"/>
          <ac:spMkLst>
            <pc:docMk/>
            <pc:sldMk cId="0" sldId="272"/>
            <ac:spMk id="268" creationId="{00000000-0000-0000-0000-000000000000}"/>
          </ac:spMkLst>
        </pc:spChg>
        <pc:spChg chg="del mod">
          <ac:chgData name="Tariq Islam" userId="77675bff4413b4b1" providerId="LiveId" clId="{F33F8A6C-F45A-441B-8DBB-BEF608DAEF57}" dt="2020-09-25T13:09:42.141" v="221" actId="478"/>
          <ac:spMkLst>
            <pc:docMk/>
            <pc:sldMk cId="0" sldId="272"/>
            <ac:spMk id="269" creationId="{00000000-0000-0000-0000-000000000000}"/>
          </ac:spMkLst>
        </pc:spChg>
        <pc:spChg chg="mod">
          <ac:chgData name="Tariq Islam" userId="77675bff4413b4b1" providerId="LiveId" clId="{F33F8A6C-F45A-441B-8DBB-BEF608DAEF57}" dt="2020-09-25T13:10:34.656" v="249" actId="6549"/>
          <ac:spMkLst>
            <pc:docMk/>
            <pc:sldMk cId="0" sldId="272"/>
            <ac:spMk id="273" creationId="{00000000-0000-0000-0000-000000000000}"/>
          </ac:spMkLst>
        </pc:spChg>
        <pc:spChg chg="del">
          <ac:chgData name="Tariq Islam" userId="77675bff4413b4b1" providerId="LiveId" clId="{F33F8A6C-F45A-441B-8DBB-BEF608DAEF57}" dt="2020-09-25T13:09:46.546" v="222" actId="478"/>
          <ac:spMkLst>
            <pc:docMk/>
            <pc:sldMk cId="0" sldId="272"/>
            <ac:spMk id="274" creationId="{00000000-0000-0000-0000-000000000000}"/>
          </ac:spMkLst>
        </pc:spChg>
      </pc:sldChg>
      <pc:sldChg chg="del">
        <pc:chgData name="Tariq Islam" userId="77675bff4413b4b1" providerId="LiveId" clId="{F33F8A6C-F45A-441B-8DBB-BEF608DAEF57}" dt="2020-09-25T13:01:52.514" v="72" actId="47"/>
        <pc:sldMkLst>
          <pc:docMk/>
          <pc:sldMk cId="0" sldId="273"/>
        </pc:sldMkLst>
      </pc:sldChg>
      <pc:sldChg chg="addSp modSp mod modTransition modAnim">
        <pc:chgData name="Tariq Islam" userId="77675bff4413b4b1" providerId="LiveId" clId="{F33F8A6C-F45A-441B-8DBB-BEF608DAEF57}" dt="2020-09-25T13:01:37.716" v="71"/>
        <pc:sldMkLst>
          <pc:docMk/>
          <pc:sldMk cId="0" sldId="274"/>
        </pc:sldMkLst>
        <pc:spChg chg="add mod">
          <ac:chgData name="Tariq Islam" userId="77675bff4413b4b1" providerId="LiveId" clId="{F33F8A6C-F45A-441B-8DBB-BEF608DAEF57}" dt="2020-09-25T12:59:40.018" v="63" actId="12"/>
          <ac:spMkLst>
            <pc:docMk/>
            <pc:sldMk cId="0" sldId="274"/>
            <ac:spMk id="3" creationId="{74FB24F9-13F7-4D8A-B21D-30EC1A50FE2D}"/>
          </ac:spMkLst>
        </pc:spChg>
      </pc:sldChg>
      <pc:sldChg chg="del">
        <pc:chgData name="Tariq Islam" userId="77675bff4413b4b1" providerId="LiveId" clId="{F33F8A6C-F45A-441B-8DBB-BEF608DAEF57}" dt="2020-09-25T13:11:47.612" v="251" actId="47"/>
        <pc:sldMkLst>
          <pc:docMk/>
          <pc:sldMk cId="0" sldId="275"/>
        </pc:sldMkLst>
      </pc:sldChg>
      <pc:sldChg chg="del">
        <pc:chgData name="Tariq Islam" userId="77675bff4413b4b1" providerId="LiveId" clId="{F33F8A6C-F45A-441B-8DBB-BEF608DAEF57}" dt="2020-09-25T13:11:48.633" v="252" actId="47"/>
        <pc:sldMkLst>
          <pc:docMk/>
          <pc:sldMk cId="0" sldId="276"/>
        </pc:sldMkLst>
      </pc:sldChg>
      <pc:sldChg chg="del">
        <pc:chgData name="Tariq Islam" userId="77675bff4413b4b1" providerId="LiveId" clId="{F33F8A6C-F45A-441B-8DBB-BEF608DAEF57}" dt="2020-09-25T13:11:49.384" v="253" actId="47"/>
        <pc:sldMkLst>
          <pc:docMk/>
          <pc:sldMk cId="0" sldId="277"/>
        </pc:sldMkLst>
      </pc:sldChg>
      <pc:sldChg chg="del">
        <pc:chgData name="Tariq Islam" userId="77675bff4413b4b1" providerId="LiveId" clId="{F33F8A6C-F45A-441B-8DBB-BEF608DAEF57}" dt="2020-09-25T13:11:50.262" v="254" actId="47"/>
        <pc:sldMkLst>
          <pc:docMk/>
          <pc:sldMk cId="0" sldId="278"/>
        </pc:sldMkLst>
      </pc:sldChg>
      <pc:sldChg chg="del">
        <pc:chgData name="Tariq Islam" userId="77675bff4413b4b1" providerId="LiveId" clId="{F33F8A6C-F45A-441B-8DBB-BEF608DAEF57}" dt="2020-09-25T13:11:54.619" v="255" actId="47"/>
        <pc:sldMkLst>
          <pc:docMk/>
          <pc:sldMk cId="0" sldId="279"/>
        </pc:sldMkLst>
      </pc:sldChg>
      <pc:sldChg chg="del">
        <pc:chgData name="Tariq Islam" userId="77675bff4413b4b1" providerId="LiveId" clId="{F33F8A6C-F45A-441B-8DBB-BEF608DAEF57}" dt="2020-09-25T13:11:55.291" v="256" actId="47"/>
        <pc:sldMkLst>
          <pc:docMk/>
          <pc:sldMk cId="0" sldId="280"/>
        </pc:sldMkLst>
      </pc:sldChg>
      <pc:sldChg chg="addSp modSp">
        <pc:chgData name="Tariq Islam" userId="77675bff4413b4b1" providerId="LiveId" clId="{F33F8A6C-F45A-441B-8DBB-BEF608DAEF57}" dt="2020-09-25T13:15:30.791" v="278" actId="1076"/>
        <pc:sldMkLst>
          <pc:docMk/>
          <pc:sldMk cId="0" sldId="281"/>
        </pc:sldMkLst>
        <pc:picChg chg="add mod">
          <ac:chgData name="Tariq Islam" userId="77675bff4413b4b1" providerId="LiveId" clId="{F33F8A6C-F45A-441B-8DBB-BEF608DAEF57}" dt="2020-09-25T13:15:30.791" v="278" actId="1076"/>
          <ac:picMkLst>
            <pc:docMk/>
            <pc:sldMk cId="0" sldId="281"/>
            <ac:picMk id="1026" creationId="{7B3D3C83-7DB2-4AD5-9410-6FC9B79A1F7B}"/>
          </ac:picMkLst>
        </pc:picChg>
        <pc:picChg chg="add mod">
          <ac:chgData name="Tariq Islam" userId="77675bff4413b4b1" providerId="LiveId" clId="{F33F8A6C-F45A-441B-8DBB-BEF608DAEF57}" dt="2020-09-25T13:15:29.644" v="277" actId="1038"/>
          <ac:picMkLst>
            <pc:docMk/>
            <pc:sldMk cId="0" sldId="281"/>
            <ac:picMk id="1028" creationId="{E8799AF5-B2CD-4DCA-89AA-01918CA3B6FA}"/>
          </ac:picMkLst>
        </pc:picChg>
      </pc:sldChg>
      <pc:sldChg chg="del">
        <pc:chgData name="Tariq Islam" userId="77675bff4413b4b1" providerId="LiveId" clId="{F33F8A6C-F45A-441B-8DBB-BEF608DAEF57}" dt="2020-09-25T13:15:59.929" v="279" actId="47"/>
        <pc:sldMkLst>
          <pc:docMk/>
          <pc:sldMk cId="0" sldId="282"/>
        </pc:sldMkLst>
      </pc:sldChg>
      <pc:sldChg chg="del">
        <pc:chgData name="Tariq Islam" userId="77675bff4413b4b1" providerId="LiveId" clId="{F33F8A6C-F45A-441B-8DBB-BEF608DAEF57}" dt="2020-09-25T13:16:01.424" v="280" actId="47"/>
        <pc:sldMkLst>
          <pc:docMk/>
          <pc:sldMk cId="0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1059c2e6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1059c2e6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694cd56_0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694cd56_0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236">
              <a:alpha val="53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 flipH="1">
            <a:off x="0" y="-50"/>
            <a:ext cx="6081900" cy="2766600"/>
          </a:xfrm>
          <a:prstGeom prst="round1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56600" y="459275"/>
            <a:ext cx="5150400" cy="184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7944600" y="3944200"/>
            <a:ext cx="1199400" cy="11994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236">
              <a:alpha val="79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-6100" y="3429000"/>
            <a:ext cx="9150000" cy="171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1561925" y="3020412"/>
            <a:ext cx="7003800" cy="54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1561925" y="3533375"/>
            <a:ext cx="7003800" cy="27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1998300"/>
            <a:ext cx="1430700" cy="14307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4"/>
          <p:cNvGrpSpPr/>
          <p:nvPr/>
        </p:nvGrpSpPr>
        <p:grpSpPr>
          <a:xfrm>
            <a:off x="0" y="-100"/>
            <a:ext cx="9144000" cy="5143600"/>
            <a:chOff x="0" y="-100"/>
            <a:chExt cx="9144000" cy="5143600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 flipH="1">
              <a:off x="0" y="-100"/>
              <a:ext cx="6087900" cy="4419900"/>
            </a:xfrm>
            <a:prstGeom prst="round1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4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10450" y="554575"/>
            <a:ext cx="4686900" cy="327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╸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L="914400" lvl="1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L="1371600" lvl="2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L="1828800" lvl="3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L="2286000" lvl="4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L="2743200" lvl="5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L="3200400" lvl="6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L="3657600" lvl="7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L="4114800" lvl="8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8111" y="380177"/>
            <a:ext cx="5160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7200" b="1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5"/>
          <p:cNvGrpSpPr/>
          <p:nvPr/>
        </p:nvGrpSpPr>
        <p:grpSpPr>
          <a:xfrm>
            <a:off x="0" y="-50"/>
            <a:ext cx="9144000" cy="5143575"/>
            <a:chOff x="0" y="-50"/>
            <a:chExt cx="9144000" cy="5143575"/>
          </a:xfrm>
        </p:grpSpPr>
        <p:sp>
          <p:nvSpPr>
            <p:cNvPr id="30" name="Google Shape;30;p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31;p5"/>
            <p:cNvGrpSpPr/>
            <p:nvPr/>
          </p:nvGrpSpPr>
          <p:grpSpPr>
            <a:xfrm>
              <a:off x="0" y="-50"/>
              <a:ext cx="9144000" cy="5143575"/>
              <a:chOff x="0" y="-250"/>
              <a:chExt cx="9144000" cy="5143575"/>
            </a:xfrm>
          </p:grpSpPr>
          <p:sp>
            <p:nvSpPr>
              <p:cNvPr id="32" name="Google Shape;32;p5"/>
              <p:cNvSpPr/>
              <p:nvPr/>
            </p:nvSpPr>
            <p:spPr>
              <a:xfrm>
                <a:off x="0" y="-225"/>
                <a:ext cx="9144000" cy="5143500"/>
              </a:xfrm>
              <a:prstGeom prst="frame">
                <a:avLst>
                  <a:gd name="adj1" fmla="val 875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5"/>
              <p:cNvSpPr/>
              <p:nvPr/>
            </p:nvSpPr>
            <p:spPr>
              <a:xfrm rot="10800000" flipH="1">
                <a:off x="0" y="-250"/>
                <a:ext cx="4115400" cy="1415100"/>
              </a:xfrm>
              <a:prstGeom prst="round1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5"/>
              <p:cNvSpPr/>
              <p:nvPr/>
            </p:nvSpPr>
            <p:spPr>
              <a:xfrm flipH="1">
                <a:off x="8760600" y="4759925"/>
                <a:ext cx="383400" cy="383400"/>
              </a:xfrm>
              <a:prstGeom prst="round1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913175" y="1746150"/>
            <a:ext cx="59448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╸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 rot="10800000">
            <a:off x="4766875" y="300"/>
            <a:ext cx="4377000" cy="4377000"/>
          </a:xfrm>
          <a:prstGeom prst="round1Rect">
            <a:avLst>
              <a:gd name="adj" fmla="val 50000"/>
            </a:avLst>
          </a:prstGeom>
          <a:solidFill>
            <a:srgbClr val="142236">
              <a:alpha val="78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913175" y="834175"/>
            <a:ext cx="3467100" cy="62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913175" y="1593750"/>
            <a:ext cx="3467100" cy="27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╸"/>
              <a:defRPr sz="2000">
                <a:solidFill>
                  <a:schemeClr val="dk2"/>
                </a:solidFill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╶"/>
              <a:defRPr sz="2000">
                <a:solidFill>
                  <a:schemeClr val="dk2"/>
                </a:solidFill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0" y="-50"/>
            <a:ext cx="9144000" cy="5143575"/>
            <a:chOff x="0" y="-50"/>
            <a:chExt cx="9144000" cy="5143575"/>
          </a:xfrm>
        </p:grpSpPr>
        <p:sp>
          <p:nvSpPr>
            <p:cNvPr id="46" name="Google Shape;46;p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47;p7"/>
            <p:cNvGrpSpPr/>
            <p:nvPr/>
          </p:nvGrpSpPr>
          <p:grpSpPr>
            <a:xfrm>
              <a:off x="0" y="-50"/>
              <a:ext cx="9144000" cy="5143575"/>
              <a:chOff x="0" y="-250"/>
              <a:chExt cx="9144000" cy="5143575"/>
            </a:xfrm>
          </p:grpSpPr>
          <p:sp>
            <p:nvSpPr>
              <p:cNvPr id="48" name="Google Shape;48;p7"/>
              <p:cNvSpPr/>
              <p:nvPr/>
            </p:nvSpPr>
            <p:spPr>
              <a:xfrm>
                <a:off x="0" y="-225"/>
                <a:ext cx="9144000" cy="5143500"/>
              </a:xfrm>
              <a:prstGeom prst="frame">
                <a:avLst>
                  <a:gd name="adj1" fmla="val 875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7"/>
              <p:cNvSpPr/>
              <p:nvPr/>
            </p:nvSpPr>
            <p:spPr>
              <a:xfrm rot="10800000" flipH="1">
                <a:off x="0" y="-250"/>
                <a:ext cx="4115400" cy="1415100"/>
              </a:xfrm>
              <a:prstGeom prst="round1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7"/>
              <p:cNvSpPr/>
              <p:nvPr/>
            </p:nvSpPr>
            <p:spPr>
              <a:xfrm flipH="1">
                <a:off x="8760600" y="4759925"/>
                <a:ext cx="383400" cy="383400"/>
              </a:xfrm>
              <a:prstGeom prst="round1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913175" y="1746150"/>
            <a:ext cx="34191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╸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4811921" y="1746150"/>
            <a:ext cx="34191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╸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0" y="-50"/>
            <a:ext cx="9144000" cy="5143575"/>
            <a:chOff x="0" y="-50"/>
            <a:chExt cx="9144000" cy="5143575"/>
          </a:xfrm>
        </p:grpSpPr>
        <p:sp>
          <p:nvSpPr>
            <p:cNvPr id="57" name="Google Shape;57;p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" name="Google Shape;58;p8"/>
            <p:cNvGrpSpPr/>
            <p:nvPr/>
          </p:nvGrpSpPr>
          <p:grpSpPr>
            <a:xfrm>
              <a:off x="0" y="-50"/>
              <a:ext cx="9144000" cy="5143575"/>
              <a:chOff x="0" y="-250"/>
              <a:chExt cx="9144000" cy="5143575"/>
            </a:xfrm>
          </p:grpSpPr>
          <p:sp>
            <p:nvSpPr>
              <p:cNvPr id="59" name="Google Shape;59;p8"/>
              <p:cNvSpPr/>
              <p:nvPr/>
            </p:nvSpPr>
            <p:spPr>
              <a:xfrm>
                <a:off x="0" y="-225"/>
                <a:ext cx="9144000" cy="5143500"/>
              </a:xfrm>
              <a:prstGeom prst="frame">
                <a:avLst>
                  <a:gd name="adj1" fmla="val 875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 rot="10800000" flipH="1">
                <a:off x="0" y="-250"/>
                <a:ext cx="4115400" cy="1415100"/>
              </a:xfrm>
              <a:prstGeom prst="round1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8"/>
              <p:cNvSpPr/>
              <p:nvPr/>
            </p:nvSpPr>
            <p:spPr>
              <a:xfrm flipH="1">
                <a:off x="8760600" y="4759925"/>
                <a:ext cx="383400" cy="383400"/>
              </a:xfrm>
              <a:prstGeom prst="round1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913175" y="1746150"/>
            <a:ext cx="22242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╸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2"/>
          </p:nvPr>
        </p:nvSpPr>
        <p:spPr>
          <a:xfrm>
            <a:off x="3427841" y="1746150"/>
            <a:ext cx="22242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╸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3"/>
          </p:nvPr>
        </p:nvSpPr>
        <p:spPr>
          <a:xfrm>
            <a:off x="5942507" y="1746150"/>
            <a:ext cx="22242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╸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9"/>
          <p:cNvGrpSpPr/>
          <p:nvPr/>
        </p:nvGrpSpPr>
        <p:grpSpPr>
          <a:xfrm>
            <a:off x="0" y="-50"/>
            <a:ext cx="9144000" cy="5143575"/>
            <a:chOff x="0" y="-50"/>
            <a:chExt cx="9144000" cy="5143575"/>
          </a:xfrm>
        </p:grpSpPr>
        <p:sp>
          <p:nvSpPr>
            <p:cNvPr id="69" name="Google Shape;69;p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" name="Google Shape;70;p9"/>
            <p:cNvGrpSpPr/>
            <p:nvPr/>
          </p:nvGrpSpPr>
          <p:grpSpPr>
            <a:xfrm>
              <a:off x="0" y="-50"/>
              <a:ext cx="9144000" cy="5143575"/>
              <a:chOff x="0" y="-250"/>
              <a:chExt cx="9144000" cy="5143575"/>
            </a:xfrm>
          </p:grpSpPr>
          <p:sp>
            <p:nvSpPr>
              <p:cNvPr id="71" name="Google Shape;71;p9"/>
              <p:cNvSpPr/>
              <p:nvPr/>
            </p:nvSpPr>
            <p:spPr>
              <a:xfrm>
                <a:off x="0" y="-225"/>
                <a:ext cx="9144000" cy="5143500"/>
              </a:xfrm>
              <a:prstGeom prst="frame">
                <a:avLst>
                  <a:gd name="adj1" fmla="val 875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9"/>
              <p:cNvSpPr/>
              <p:nvPr/>
            </p:nvSpPr>
            <p:spPr>
              <a:xfrm rot="10800000" flipH="1">
                <a:off x="0" y="-250"/>
                <a:ext cx="4115400" cy="1415100"/>
              </a:xfrm>
              <a:prstGeom prst="round1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9"/>
              <p:cNvSpPr/>
              <p:nvPr/>
            </p:nvSpPr>
            <p:spPr>
              <a:xfrm flipH="1">
                <a:off x="8760600" y="4759925"/>
                <a:ext cx="383400" cy="383400"/>
              </a:xfrm>
              <a:prstGeom prst="round1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0"/>
          <p:cNvGrpSpPr/>
          <p:nvPr/>
        </p:nvGrpSpPr>
        <p:grpSpPr>
          <a:xfrm>
            <a:off x="0" y="4632875"/>
            <a:ext cx="9144000" cy="510650"/>
            <a:chOff x="0" y="4632675"/>
            <a:chExt cx="9144000" cy="510650"/>
          </a:xfrm>
        </p:grpSpPr>
        <p:sp>
          <p:nvSpPr>
            <p:cNvPr id="78" name="Google Shape;78;p10"/>
            <p:cNvSpPr/>
            <p:nvPr/>
          </p:nvSpPr>
          <p:spPr>
            <a:xfrm>
              <a:off x="0" y="4632675"/>
              <a:ext cx="6087900" cy="510600"/>
            </a:xfrm>
            <a:prstGeom prst="round1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0"/>
            <p:cNvSpPr/>
            <p:nvPr/>
          </p:nvSpPr>
          <p:spPr>
            <a:xfrm flipH="1">
              <a:off x="8760600" y="4759925"/>
              <a:ext cx="383400" cy="383400"/>
            </a:xfrm>
            <a:prstGeom prst="round1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457200" y="4632750"/>
            <a:ext cx="5229000" cy="51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Veiled">
  <p:cSld name="BLANK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236">
              <a:alpha val="79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2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BLANK_1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3"/>
          <p:cNvGrpSpPr/>
          <p:nvPr/>
        </p:nvGrpSpPr>
        <p:grpSpPr>
          <a:xfrm>
            <a:off x="0" y="-25"/>
            <a:ext cx="9144000" cy="5143500"/>
            <a:chOff x="0" y="-225"/>
            <a:chExt cx="9144000" cy="5143500"/>
          </a:xfrm>
        </p:grpSpPr>
        <p:sp>
          <p:nvSpPr>
            <p:cNvPr id="91" name="Google Shape;91;p13"/>
            <p:cNvSpPr/>
            <p:nvPr/>
          </p:nvSpPr>
          <p:spPr>
            <a:xfrm>
              <a:off x="0" y="-225"/>
              <a:ext cx="9144000" cy="5143500"/>
            </a:xfrm>
            <a:prstGeom prst="frame">
              <a:avLst>
                <a:gd name="adj1" fmla="val 8758"/>
              </a:avLst>
            </a:prstGeom>
            <a:solidFill>
              <a:srgbClr val="142236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 rot="10800000" flipH="1">
              <a:off x="0" y="-175"/>
              <a:ext cx="4572000" cy="906300"/>
            </a:xfrm>
            <a:prstGeom prst="round1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  <p:sp>
        <p:nvSpPr>
          <p:cNvPr id="93" name="Google Shape;93;p13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buNone/>
              <a:def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ctr" rtl="0">
              <a:buNone/>
              <a:def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ctr" rtl="0">
              <a:buNone/>
              <a:def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ctr" rtl="0">
              <a:buNone/>
              <a:def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ctr" rtl="0">
              <a:buNone/>
              <a:def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ctr" rtl="0">
              <a:buNone/>
              <a:def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ctr" rtl="0">
              <a:buNone/>
              <a:def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ctr" rtl="0">
              <a:buNone/>
              <a:defRPr sz="10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913175" y="1746150"/>
            <a:ext cx="5944800" cy="2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aleway"/>
              <a:buChar char="╸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ctrTitle"/>
          </p:nvPr>
        </p:nvSpPr>
        <p:spPr>
          <a:xfrm>
            <a:off x="456600" y="459275"/>
            <a:ext cx="5150400" cy="184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/>
              <a:t>Submitted by</a:t>
            </a:r>
            <a:br>
              <a:rPr lang="en-CA" sz="2400" dirty="0"/>
            </a:br>
            <a:r>
              <a:rPr lang="en-CA" sz="2400" dirty="0"/>
              <a:t>Md Tariqul Islam (Tariq)</a:t>
            </a:r>
            <a:br>
              <a:rPr lang="en-CA" sz="2400" dirty="0"/>
            </a:br>
            <a:r>
              <a:rPr lang="en-CA" sz="2400" dirty="0"/>
              <a:t>Data Science, Metro College</a:t>
            </a:r>
            <a:br>
              <a:rPr lang="en-CA" sz="2400" dirty="0"/>
            </a:br>
            <a:br>
              <a:rPr lang="en-CA" sz="2400" dirty="0"/>
            </a:br>
            <a:r>
              <a:rPr lang="en-CA" sz="2400" dirty="0"/>
              <a:t>Submitted to</a:t>
            </a:r>
            <a:br>
              <a:rPr lang="en-CA" sz="2400" dirty="0"/>
            </a:br>
            <a:r>
              <a:rPr lang="en-CA" sz="2400" dirty="0"/>
              <a:t>Dr. </a:t>
            </a:r>
            <a:r>
              <a:rPr lang="en-CA" sz="2400" dirty="0" err="1"/>
              <a:t>Tareq</a:t>
            </a:r>
            <a:r>
              <a:rPr lang="en-CA" sz="2400" dirty="0"/>
              <a:t> Jaber</a:t>
            </a:r>
            <a:endParaRPr sz="2400" dirty="0"/>
          </a:p>
        </p:txBody>
      </p:sp>
      <p:grpSp>
        <p:nvGrpSpPr>
          <p:cNvPr id="100" name="Google Shape;100;p14"/>
          <p:cNvGrpSpPr/>
          <p:nvPr/>
        </p:nvGrpSpPr>
        <p:grpSpPr>
          <a:xfrm>
            <a:off x="8292959" y="4339371"/>
            <a:ext cx="660182" cy="586527"/>
            <a:chOff x="5292575" y="3681900"/>
            <a:chExt cx="420150" cy="373275"/>
          </a:xfrm>
        </p:grpSpPr>
        <p:sp>
          <p:nvSpPr>
            <p:cNvPr id="101" name="Google Shape;101;p14"/>
            <p:cNvSpPr/>
            <p:nvPr/>
          </p:nvSpPr>
          <p:spPr>
            <a:xfrm>
              <a:off x="5292575" y="3706875"/>
              <a:ext cx="420150" cy="266700"/>
            </a:xfrm>
            <a:custGeom>
              <a:avLst/>
              <a:gdLst/>
              <a:ahLst/>
              <a:cxnLst/>
              <a:rect l="l" t="t" r="r" b="b"/>
              <a:pathLst>
                <a:path w="16806" h="10668" fill="none" extrusionOk="0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5490475" y="3681900"/>
              <a:ext cx="24375" cy="25000"/>
            </a:xfrm>
            <a:custGeom>
              <a:avLst/>
              <a:gdLst/>
              <a:ahLst/>
              <a:cxnLst/>
              <a:rect l="l" t="t" r="r" b="b"/>
              <a:pathLst>
                <a:path w="975" h="1000" fill="none" extrusionOk="0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5358350" y="3973550"/>
              <a:ext cx="60900" cy="81625"/>
            </a:xfrm>
            <a:custGeom>
              <a:avLst/>
              <a:gdLst/>
              <a:ahLst/>
              <a:cxnLst/>
              <a:rect l="l" t="t" r="r" b="b"/>
              <a:pathLst>
                <a:path w="2436" h="3265" fill="none" extrusionOk="0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586050" y="3973550"/>
              <a:ext cx="60925" cy="81625"/>
            </a:xfrm>
            <a:custGeom>
              <a:avLst/>
              <a:gdLst/>
              <a:ahLst/>
              <a:cxnLst/>
              <a:rect l="l" t="t" r="r" b="b"/>
              <a:pathLst>
                <a:path w="2437" h="3265" fill="none" extrusionOk="0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5316925" y="3731225"/>
              <a:ext cx="371450" cy="218000"/>
            </a:xfrm>
            <a:custGeom>
              <a:avLst/>
              <a:gdLst/>
              <a:ahLst/>
              <a:cxnLst/>
              <a:rect l="l" t="t" r="r" b="b"/>
              <a:pathLst>
                <a:path w="14858" h="8720" fill="none" extrusionOk="0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5380250" y="3784800"/>
              <a:ext cx="230200" cy="115725"/>
            </a:xfrm>
            <a:custGeom>
              <a:avLst/>
              <a:gdLst/>
              <a:ahLst/>
              <a:cxnLst/>
              <a:rect l="l" t="t" r="r" b="b"/>
              <a:pathLst>
                <a:path w="9208" h="4629" fill="none" extrusionOk="0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5547700" y="3779925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fill="none" extrusionOk="0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PREAMBLE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2"/>
          </p:nvPr>
        </p:nvSpPr>
        <p:spPr>
          <a:xfrm>
            <a:off x="4811921" y="1746150"/>
            <a:ext cx="34191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b="1" dirty="0"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913175" y="1746150"/>
            <a:ext cx="34191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/>
              <a:t>DATA ANALYSIS IN A HOSPITAL ENVIRONMENT</a:t>
            </a:r>
            <a:endParaRPr sz="12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200" dirty="0"/>
              <a:t>DATA SOURCE: KAGGLE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137057 obs. of  17 variable</a:t>
            </a:r>
            <a:endParaRPr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176B4-C159-45EA-BDA3-4D3A35F716C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CA" dirty="0"/>
              <a:t>BULLET POINTS:</a:t>
            </a:r>
          </a:p>
          <a:p>
            <a:r>
              <a:rPr lang="en-CA" dirty="0"/>
              <a:t>HOSPITAL REGION</a:t>
            </a:r>
          </a:p>
          <a:p>
            <a:r>
              <a:rPr lang="en-CA" dirty="0"/>
              <a:t>ADMISSION TYPE</a:t>
            </a:r>
          </a:p>
          <a:p>
            <a:r>
              <a:rPr lang="en-CA" dirty="0"/>
              <a:t>ADMISSION DEPOSIT</a:t>
            </a:r>
          </a:p>
          <a:p>
            <a:r>
              <a:rPr lang="en-CA" dirty="0"/>
              <a:t>AGE GROUP</a:t>
            </a:r>
          </a:p>
          <a:p>
            <a:r>
              <a:rPr lang="en-CA" dirty="0"/>
              <a:t>DEPARTMENT</a:t>
            </a:r>
          </a:p>
          <a:p>
            <a:r>
              <a:rPr lang="en-CA" dirty="0"/>
              <a:t>SEVERITY OF ILLNESS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subTitle" idx="1"/>
          </p:nvPr>
        </p:nvSpPr>
        <p:spPr>
          <a:xfrm>
            <a:off x="1561925" y="3533375"/>
            <a:ext cx="7003800" cy="27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rgbClr val="FFFF00"/>
                </a:highlight>
              </a:rPr>
              <a:t>Let’s start with the first set of slides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0" y="2192975"/>
            <a:ext cx="1429800" cy="12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1</a:t>
            </a:r>
            <a:endParaRPr sz="7200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67AA8-DB4A-4ED1-90B7-31578C539F77}"/>
              </a:ext>
            </a:extLst>
          </p:cNvPr>
          <p:cNvSpPr txBox="1"/>
          <p:nvPr/>
        </p:nvSpPr>
        <p:spPr>
          <a:xfrm>
            <a:off x="6921796" y="3974191"/>
            <a:ext cx="2317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#Total Admission Deposit</a:t>
            </a:r>
          </a:p>
          <a:p>
            <a:r>
              <a:rPr lang="en-CA" dirty="0"/>
              <a:t>$ 667.43 Million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5D1D9B-3B56-4B54-B44F-A7577F637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800" y="-21264"/>
            <a:ext cx="7714199" cy="34892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98D7E4-7C5E-4F3C-BCE8-CD4496A0E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87" y="0"/>
            <a:ext cx="81134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8"/>
          <p:cNvGrpSpPr/>
          <p:nvPr/>
        </p:nvGrpSpPr>
        <p:grpSpPr>
          <a:xfrm rot="-587398">
            <a:off x="1525367" y="2980185"/>
            <a:ext cx="762543" cy="762457"/>
            <a:chOff x="576250" y="4319400"/>
            <a:chExt cx="442075" cy="442050"/>
          </a:xfrm>
        </p:grpSpPr>
        <p:sp>
          <p:nvSpPr>
            <p:cNvPr id="142" name="Google Shape;142;p18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solidFill>
              <a:schemeClr val="accent3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solidFill>
              <a:schemeClr val="accent3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solidFill>
              <a:schemeClr val="accent3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solidFill>
              <a:schemeClr val="accent3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18"/>
          <p:cNvSpPr/>
          <p:nvPr/>
        </p:nvSpPr>
        <p:spPr>
          <a:xfrm>
            <a:off x="1190695" y="1312585"/>
            <a:ext cx="289939" cy="27680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solidFill>
            <a:schemeClr val="accent3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 rot="2697081">
            <a:off x="3101120" y="2729714"/>
            <a:ext cx="440095" cy="42021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solidFill>
            <a:schemeClr val="accent3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449277" y="2489853"/>
            <a:ext cx="176266" cy="168378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solidFill>
            <a:schemeClr val="accent3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8"/>
          <p:cNvSpPr/>
          <p:nvPr/>
        </p:nvSpPr>
        <p:spPr>
          <a:xfrm rot="1280597">
            <a:off x="989841" y="2147546"/>
            <a:ext cx="176235" cy="16835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solidFill>
            <a:schemeClr val="accent3"/>
          </a:solidFill>
          <a:ln w="1905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B7B343-E78B-408D-8E4F-069C565EF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87" y="0"/>
            <a:ext cx="81134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86C4C4-CB9F-410F-A229-3EC26A5CD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96" y="-147"/>
            <a:ext cx="81134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</a:t>
            </a:r>
            <a:r>
              <a:rPr lang="en">
                <a:solidFill>
                  <a:schemeClr val="accent1"/>
                </a:solidFill>
              </a:rPr>
              <a:t>slide</a:t>
            </a:r>
            <a:r>
              <a:rPr lang="en"/>
              <a:t> title</a:t>
            </a:r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D54F4-9717-4D64-A022-8B571096E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74" y="0"/>
            <a:ext cx="81134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</a:t>
            </a:r>
            <a:r>
              <a:rPr lang="en">
                <a:solidFill>
                  <a:schemeClr val="accent1"/>
                </a:solidFill>
              </a:rPr>
              <a:t>split</a:t>
            </a:r>
            <a:r>
              <a:rPr lang="en"/>
              <a:t> your content</a:t>
            </a:r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2D883A-CDE0-4B1B-AF5D-32FB0A206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0"/>
            <a:ext cx="81134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>
            <a:spLocks noGrp="1"/>
          </p:cNvSpPr>
          <p:nvPr>
            <p:ph type="body" idx="1"/>
          </p:nvPr>
        </p:nvSpPr>
        <p:spPr>
          <a:xfrm>
            <a:off x="913175" y="1746150"/>
            <a:ext cx="22242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body" idx="2"/>
          </p:nvPr>
        </p:nvSpPr>
        <p:spPr>
          <a:xfrm>
            <a:off x="3427841" y="1746150"/>
            <a:ext cx="22242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body" idx="3"/>
          </p:nvPr>
        </p:nvSpPr>
        <p:spPr>
          <a:xfrm>
            <a:off x="5942507" y="1746150"/>
            <a:ext cx="2224200" cy="263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B31216-CA7E-412A-9492-18946AD9F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87" y="0"/>
            <a:ext cx="81134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82B659-A287-4E9A-B766-3ACF1FC84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87" y="0"/>
            <a:ext cx="81134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11</a:t>
            </a:fld>
            <a:endParaRPr>
              <a:solidFill>
                <a:schemeClr val="dk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BC734-2DCC-4A33-B104-AA50F0938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87" y="0"/>
            <a:ext cx="81134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C06ED1-C182-4E85-975D-EB683278A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87" y="0"/>
            <a:ext cx="81134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>
            <a:spLocks noGrp="1"/>
          </p:cNvSpPr>
          <p:nvPr>
            <p:ph type="title" idx="4294967295"/>
          </p:nvPr>
        </p:nvSpPr>
        <p:spPr>
          <a:xfrm>
            <a:off x="455675" y="0"/>
            <a:ext cx="4118100" cy="90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CORRELATION</a:t>
            </a:r>
          </a:p>
        </p:txBody>
      </p:sp>
      <p:sp>
        <p:nvSpPr>
          <p:cNvPr id="194" name="Google Shape;194;p24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8D18E9-9A5A-4608-B4ED-37623AC235B6}"/>
              </a:ext>
            </a:extLst>
          </p:cNvPr>
          <p:cNvSpPr txBox="1"/>
          <p:nvPr/>
        </p:nvSpPr>
        <p:spPr>
          <a:xfrm>
            <a:off x="4922875" y="496580"/>
            <a:ext cx="30196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highlight>
                  <a:srgbClr val="FFFF00"/>
                </a:highlight>
              </a:rPr>
              <a:t>Pearson's product-moment correlation</a:t>
            </a:r>
          </a:p>
          <a:p>
            <a:endParaRPr lang="en-CA" dirty="0">
              <a:highlight>
                <a:srgbClr val="FFFF00"/>
              </a:highlight>
            </a:endParaRPr>
          </a:p>
          <a:p>
            <a:r>
              <a:rPr lang="en-CA" dirty="0">
                <a:highlight>
                  <a:srgbClr val="FFFF00"/>
                </a:highlight>
              </a:rPr>
              <a:t>data:  </a:t>
            </a:r>
            <a:r>
              <a:rPr lang="en-CA" dirty="0" err="1">
                <a:highlight>
                  <a:srgbClr val="FFFF00"/>
                </a:highlight>
              </a:rPr>
              <a:t>hd$Bed.Grade</a:t>
            </a:r>
            <a:r>
              <a:rPr lang="en-CA" dirty="0">
                <a:highlight>
                  <a:srgbClr val="FFFF00"/>
                </a:highlight>
              </a:rPr>
              <a:t> and </a:t>
            </a:r>
            <a:r>
              <a:rPr lang="en-CA" dirty="0" err="1">
                <a:highlight>
                  <a:srgbClr val="FFFF00"/>
                </a:highlight>
              </a:rPr>
              <a:t>hd$Admission_Deposit</a:t>
            </a:r>
            <a:endParaRPr lang="en-CA" dirty="0">
              <a:highlight>
                <a:srgbClr val="FFFF00"/>
              </a:highlight>
            </a:endParaRPr>
          </a:p>
          <a:p>
            <a:r>
              <a:rPr lang="en-CA" dirty="0">
                <a:highlight>
                  <a:srgbClr val="FFFF00"/>
                </a:highlight>
              </a:rPr>
              <a:t>t = 24.778, df = 137020, p-value &lt; 2.2e-16</a:t>
            </a:r>
          </a:p>
          <a:p>
            <a:r>
              <a:rPr lang="en-CA" dirty="0">
                <a:highlight>
                  <a:srgbClr val="FFFF00"/>
                </a:highlight>
              </a:rPr>
              <a:t>alternative hypothesis: true correlation is not equal to 0</a:t>
            </a:r>
          </a:p>
          <a:p>
            <a:r>
              <a:rPr lang="en-CA" dirty="0">
                <a:highlight>
                  <a:srgbClr val="FFFF00"/>
                </a:highlight>
              </a:rPr>
              <a:t>90 percent confidence interval:</a:t>
            </a:r>
          </a:p>
          <a:p>
            <a:r>
              <a:rPr lang="en-CA" dirty="0">
                <a:highlight>
                  <a:srgbClr val="FFFF00"/>
                </a:highlight>
              </a:rPr>
              <a:t> 0.06236345 0.07121099</a:t>
            </a:r>
          </a:p>
          <a:p>
            <a:r>
              <a:rPr lang="en-CA" dirty="0">
                <a:highlight>
                  <a:srgbClr val="FFFF00"/>
                </a:highlight>
              </a:rPr>
              <a:t>sample estimates:</a:t>
            </a:r>
          </a:p>
          <a:p>
            <a:r>
              <a:rPr lang="en-CA" dirty="0">
                <a:highlight>
                  <a:srgbClr val="FFFF00"/>
                </a:highlight>
              </a:rPr>
              <a:t>       </a:t>
            </a:r>
            <a:r>
              <a:rPr lang="en-CA" dirty="0" err="1">
                <a:highlight>
                  <a:srgbClr val="FFFF00"/>
                </a:highlight>
              </a:rPr>
              <a:t>cor</a:t>
            </a:r>
            <a:r>
              <a:rPr lang="en-CA" dirty="0">
                <a:highlight>
                  <a:srgbClr val="FFFF00"/>
                </a:highlight>
              </a:rPr>
              <a:t> </a:t>
            </a:r>
          </a:p>
          <a:p>
            <a:r>
              <a:rPr lang="en-CA" dirty="0">
                <a:highlight>
                  <a:srgbClr val="FFFF00"/>
                </a:highlight>
              </a:rPr>
              <a:t>0.06678853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>
            <a:spLocks noGrp="1"/>
          </p:cNvSpPr>
          <p:nvPr>
            <p:ph type="body" idx="1"/>
          </p:nvPr>
        </p:nvSpPr>
        <p:spPr>
          <a:xfrm>
            <a:off x="457200" y="4632750"/>
            <a:ext cx="5229000" cy="51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Excel or Google Sheets</a:t>
            </a:r>
            <a:endParaRPr/>
          </a:p>
        </p:txBody>
      </p:sp>
      <p:sp>
        <p:nvSpPr>
          <p:cNvPr id="292" name="Google Shape;292;p32"/>
          <p:cNvSpPr txBox="1">
            <a:spLocks noGrp="1"/>
          </p:cNvSpPr>
          <p:nvPr>
            <p:ph type="sldNum" idx="12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BD42E-C341-415C-8A39-E729CD516A2E}"/>
              </a:ext>
            </a:extLst>
          </p:cNvPr>
          <p:cNvSpPr txBox="1"/>
          <p:nvPr/>
        </p:nvSpPr>
        <p:spPr>
          <a:xfrm>
            <a:off x="2892056" y="489098"/>
            <a:ext cx="3211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B24F9-13F7-4D8A-B21D-30EC1A50FE2D}"/>
              </a:ext>
            </a:extLst>
          </p:cNvPr>
          <p:cNvSpPr txBox="1"/>
          <p:nvPr/>
        </p:nvSpPr>
        <p:spPr>
          <a:xfrm>
            <a:off x="1158948" y="1435394"/>
            <a:ext cx="737899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it comes to various types of diseases in the given dataset, individuals in the age group of 41-50 are getting more attention.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also show that, relative to other hospitals, more patients are admitted by hospitals in the "X" region.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Apart from this, Ward “R” offer more facilities for patients with Trauma compared to other wards in the hospital.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same way, the hospital's gynaecology department is the busiest in terms of treating more patients than other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could not find any significant difference when it comes to “Bed Grade”.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relative to the rest of the age group, the youngest and oldest patients put up more deposits.</a:t>
            </a:r>
            <a:endParaRPr lang="en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ould You Use a Thank You Slide to End Your PowerPoint Presentation?">
            <a:extLst>
              <a:ext uri="{FF2B5EF4-FFF2-40B4-BE49-F238E27FC236}">
                <a16:creationId xmlns:a16="http://schemas.microsoft.com/office/drawing/2014/main" id="{7B3D3C83-7DB2-4AD5-9410-6FC9B79A1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268141"/>
            <a:ext cx="8096250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rtoon Royalty Free Illustration People Royaltyfree - Transparent Happy  People Cartoon Png Clipart (#420193) - PinClipart">
            <a:extLst>
              <a:ext uri="{FF2B5EF4-FFF2-40B4-BE49-F238E27FC236}">
                <a16:creationId xmlns:a16="http://schemas.microsoft.com/office/drawing/2014/main" id="{E8799AF5-B2CD-4DCA-89AA-01918CA3B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04" y="3413051"/>
            <a:ext cx="2049203" cy="1565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utland template">
  <a:themeElements>
    <a:clrScheme name="Custom 347">
      <a:dk1>
        <a:srgbClr val="142236"/>
      </a:dk1>
      <a:lt1>
        <a:srgbClr val="FFFFFF"/>
      </a:lt1>
      <a:dk2>
        <a:srgbClr val="667180"/>
      </a:dk2>
      <a:lt2>
        <a:srgbClr val="E5E8EB"/>
      </a:lt2>
      <a:accent1>
        <a:srgbClr val="FF6035"/>
      </a:accent1>
      <a:accent2>
        <a:srgbClr val="BB1C0B"/>
      </a:accent2>
      <a:accent3>
        <a:srgbClr val="1DC8E6"/>
      </a:accent3>
      <a:accent4>
        <a:srgbClr val="0D7FA3"/>
      </a:accent4>
      <a:accent5>
        <a:srgbClr val="8FC55D"/>
      </a:accent5>
      <a:accent6>
        <a:srgbClr val="4E9934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360</Words>
  <Application>Microsoft Office PowerPoint</Application>
  <PresentationFormat>On-screen Show (16:9)</PresentationFormat>
  <Paragraphs>54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Red Hat Display</vt:lpstr>
      <vt:lpstr>Raleway</vt:lpstr>
      <vt:lpstr>Raleway SemiBold</vt:lpstr>
      <vt:lpstr>Red Hat Display Black</vt:lpstr>
      <vt:lpstr>Calibri</vt:lpstr>
      <vt:lpstr>Rutland template</vt:lpstr>
      <vt:lpstr>Submitted by Md Tariqul Islam (Tariq) Data Science, Metro College  Submitted to Dr. Tareq Jaber</vt:lpstr>
      <vt:lpstr>PREAMBLE</vt:lpstr>
      <vt:lpstr>PowerPoint Presentation</vt:lpstr>
      <vt:lpstr>PowerPoint Presentation</vt:lpstr>
      <vt:lpstr>PowerPoint Presentation</vt:lpstr>
      <vt:lpstr>PowerPoint Presentation</vt:lpstr>
      <vt:lpstr>This is a slide title</vt:lpstr>
      <vt:lpstr>You can also split your content</vt:lpstr>
      <vt:lpstr>PowerPoint Presentation</vt:lpstr>
      <vt:lpstr>PowerPoint Presentation</vt:lpstr>
      <vt:lpstr>PowerPoint Presentation</vt:lpstr>
      <vt:lpstr>PowerPoint Presentation</vt:lpstr>
      <vt:lpstr>CORRELATION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</dc:title>
  <dc:creator>Tariq Islam</dc:creator>
  <cp:lastModifiedBy>Tariq Islam</cp:lastModifiedBy>
  <cp:revision>9</cp:revision>
  <dcterms:modified xsi:type="dcterms:W3CDTF">2020-09-25T13:24:14Z</dcterms:modified>
</cp:coreProperties>
</file>